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05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88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72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5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1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7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9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76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86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2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010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1/10/2024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682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811A6C-040C-4C5A-8FF3-63EC6CC40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5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144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5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8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42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59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72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7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16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68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67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55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78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8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60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42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19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17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76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37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92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35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04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12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91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08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80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01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74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225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F72-43E3-783D-8AAE-27DEFB9F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DB8-BC25-A0B6-9637-41B293DE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2" y="4846029"/>
            <a:ext cx="5363817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Presentation slides benchmarking</a:t>
            </a: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1DBDDA20-E72F-7F70-15BF-43F923E18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33"/>
          <a:stretch/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641204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AnalogousFromLightSeedLeftStep">
      <a:dk1>
        <a:srgbClr val="000000"/>
      </a:dk1>
      <a:lt1>
        <a:srgbClr val="FFFFFF"/>
      </a:lt1>
      <a:dk2>
        <a:srgbClr val="3B213A"/>
      </a:dk2>
      <a:lt2>
        <a:srgbClr val="E3E2E8"/>
      </a:lt2>
      <a:accent1>
        <a:srgbClr val="93A94E"/>
      </a:accent1>
      <a:accent2>
        <a:srgbClr val="B6A03C"/>
      </a:accent2>
      <a:accent3>
        <a:srgbClr val="EA8946"/>
      </a:accent3>
      <a:accent4>
        <a:srgbClr val="EB4E4F"/>
      </a:accent4>
      <a:accent5>
        <a:srgbClr val="EE6EA5"/>
      </a:accent5>
      <a:accent6>
        <a:srgbClr val="EB4ED2"/>
      </a:accent6>
      <a:hlink>
        <a:srgbClr val="7A69AE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120</Words>
  <Application>Microsoft Office PowerPoint</Application>
  <PresentationFormat>Widescreen</PresentationFormat>
  <Paragraphs>60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Avenir Next LT Pro</vt:lpstr>
      <vt:lpstr>Bahnschrift</vt:lpstr>
      <vt:lpstr>MatrixVTI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  <vt:lpstr>Benchmarking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Benchmarking</dc:title>
  <dc:creator>Oday Yameen</dc:creator>
  <cp:lastModifiedBy>Oday Yameen</cp:lastModifiedBy>
  <cp:revision>1</cp:revision>
  <dcterms:created xsi:type="dcterms:W3CDTF">2024-01-10T14:33:14Z</dcterms:created>
  <dcterms:modified xsi:type="dcterms:W3CDTF">2024-01-10T14:40:30Z</dcterms:modified>
</cp:coreProperties>
</file>